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73" autoAdjust="0"/>
  </p:normalViewPr>
  <p:slideViewPr>
    <p:cSldViewPr snapToGrid="0">
      <p:cViewPr varScale="1">
        <p:scale>
          <a:sx n="105" d="100"/>
          <a:sy n="105" d="100"/>
        </p:scale>
        <p:origin x="27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6666-C7C2-33F1-667A-126299D8C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BBBAA-2808-9FFB-F333-A0D6033E4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6A614-6CEE-31A7-DB6D-6951283C5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2D3F-3D7D-4BD4-AB26-ACA30E278FFE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50954-0172-2E92-0453-D3914EF4D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96B68-3C12-F460-20EC-2BE88F5E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9E84-2471-46A3-BA2D-80AEABB3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65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8165-5899-BFDF-A050-D3D008F3F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16E0F-B387-DA2C-D078-323E7A73F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A1AEC-0C2E-3D43-1AC4-E96740BB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2D3F-3D7D-4BD4-AB26-ACA30E278FFE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3E5B3-490D-E524-1C6F-68AB31CE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BE5E9-4116-D973-7B1B-150658310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9E84-2471-46A3-BA2D-80AEABB3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2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A3151-9513-6539-CA88-2C0BF7672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CD494-D3C4-F493-1B06-0371C25FA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34EA6-BBBA-DF31-F14F-39B10BCA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2D3F-3D7D-4BD4-AB26-ACA30E278FFE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55D80-677A-B14A-B5CE-E0D655BB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4FCC5-AF78-5CE3-4E61-530A486C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9E84-2471-46A3-BA2D-80AEABB3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1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EB1F-BC62-EE53-1A39-461FEB95F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F1B38-DAAD-80FB-54A1-DCDA14156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CD5D0-BFC0-CF33-8E43-E5317CBFB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97C2A-0BA8-F5A9-5D7C-B003AAB8B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2D3F-3D7D-4BD4-AB26-ACA30E278FFE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573D3-475A-8943-30E5-10FF0561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8A748-FB91-3D1C-E864-BCD53922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9E84-2471-46A3-BA2D-80AEABB3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03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78F3-2C69-0883-167F-A1459E93B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D6ED5-7186-E145-BD09-68DEF22F4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38763-B633-53DC-4BC9-584A2D6C4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431AEB-B680-89AB-22CF-448801791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5292AA-4D70-DEB3-4CCA-79FC5C11A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BF73EF-F13C-F3F0-F04A-4F908BFF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2D3F-3D7D-4BD4-AB26-ACA30E278FFE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AEED3F-2945-1DD2-D740-3A8C1FE5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A218F-AC6B-7A8E-B4FD-FD7B1C2B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9E84-2471-46A3-BA2D-80AEABB3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40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9FF1A-344C-89ED-7B9A-A25C0E7A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2F8DB-525E-B412-15AB-11DBCCB4D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2D3F-3D7D-4BD4-AB26-ACA30E278FFE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DE10B-99B7-D6F4-3CCA-11633102F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1BD726-3CBC-4962-E495-9AD0CBAC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9E84-2471-46A3-BA2D-80AEABB3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3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638F7F-BFC3-A692-820D-A1110FCD8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2D3F-3D7D-4BD4-AB26-ACA30E278FFE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14E399-9CE3-81C5-5760-224B02CF1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E80D9-CD16-987D-DF63-AD7C2A13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9E84-2471-46A3-BA2D-80AEABB3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7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9E47-856B-B7B5-6C36-2ABF32B37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29222-6AEB-2FF7-8D08-435C89817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08462-4078-A846-7C31-F7EF77CAA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74E66-3699-E5F4-C0AA-AAAEF5DA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2D3F-3D7D-4BD4-AB26-ACA30E278FFE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680AE-A4DA-599C-D411-C9C57FC07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C532A-994C-FDB0-C477-2AD112ED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9E84-2471-46A3-BA2D-80AEABB3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3D61-FC0E-C85A-433C-3B066D693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E294E-EE15-77D8-6CC1-E40FAAE19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C9F5E-05AB-AC22-6A14-E03E92F52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5CFAB-94BD-1BA0-D148-001C0F60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2D3F-3D7D-4BD4-AB26-ACA30E278FFE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D3B4F-FD27-D8B0-AB5A-59B5EBF8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E8D9-34BB-1AED-BA4D-BEE4E0A8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9E84-2471-46A3-BA2D-80AEABB3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3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10819-CA4D-6E74-C60E-DEF2AEBB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8A132-3AA4-C6B1-ED63-AB2AB1E84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2C11F-11B4-E1DC-A230-1C8D241FA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2D3F-3D7D-4BD4-AB26-ACA30E278FFE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AFBB5-AC98-1849-3ED3-0F1443250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1FC25-5B87-305D-8EF6-C47628E5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9E84-2471-46A3-BA2D-80AEABB3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83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801C1-40A1-B6AE-74F4-7C4400C3F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73BC0-105C-4890-6313-EE3B8C171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9024A-B315-BD69-78D7-09AA4C491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B2D3F-3D7D-4BD4-AB26-ACA30E278FFE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C5FBA-99F5-7A20-988F-DFD2C5B8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8A5A7-AE46-A966-6B07-C316683F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D9E84-2471-46A3-BA2D-80AEABB3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9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7B529-F7A4-F61D-2DDD-4DB1F09D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C8ED6-6C48-C28B-9CA5-134EAC849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60B04-486A-C123-5A98-9CBC202671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B2D3F-3D7D-4BD4-AB26-ACA30E278FFE}" type="datetimeFigureOut">
              <a:rPr lang="en-US" smtClean="0"/>
              <a:t>08-Sep-26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5FB4D-767F-57AD-F9B9-5C5161C75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1E5C3-1C90-D299-EC19-B98DB97C9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9D9E84-2471-46A3-BA2D-80AEABB3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26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7337E6-FA03-C5B4-C26E-1AF8A98A69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57"/>
          <a:stretch>
            <a:fillRect/>
          </a:stretch>
        </p:blipFill>
        <p:spPr>
          <a:xfrm>
            <a:off x="4552950" y="990600"/>
            <a:ext cx="4876800" cy="4876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F29877-BF18-B7F5-7553-861CA4267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332232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21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81481E-6 L 0.1487 0.45162 " pathEditMode="relative" rAng="0" ptsTypes="AA">
                                      <p:cBhvr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35" y="22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Hà Chí Hào</dc:creator>
  <cp:lastModifiedBy>Hà Chí Hào</cp:lastModifiedBy>
  <cp:revision>1</cp:revision>
  <dcterms:created xsi:type="dcterms:W3CDTF">2026-09-08T13:35:23Z</dcterms:created>
  <dcterms:modified xsi:type="dcterms:W3CDTF">2026-09-08T13:46:36Z</dcterms:modified>
</cp:coreProperties>
</file>