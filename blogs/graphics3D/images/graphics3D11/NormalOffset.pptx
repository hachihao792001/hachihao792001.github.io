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</p:sldIdLst>
  <p:sldSz cx="4572000" cy="10969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82" autoAdjust="0"/>
    <p:restoredTop sz="94660"/>
  </p:normalViewPr>
  <p:slideViewPr>
    <p:cSldViewPr snapToGrid="0">
      <p:cViewPr>
        <p:scale>
          <a:sx n="400" d="100"/>
          <a:sy n="400" d="100"/>
        </p:scale>
        <p:origin x="-1476" y="14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500" y="179526"/>
            <a:ext cx="3429000" cy="381906"/>
          </a:xfrm>
        </p:spPr>
        <p:txBody>
          <a:bodyPr anchor="b"/>
          <a:lstStyle>
            <a:lvl1pPr algn="ctr">
              <a:defRPr sz="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576160"/>
            <a:ext cx="3429000" cy="264845"/>
          </a:xfrm>
        </p:spPr>
        <p:txBody>
          <a:bodyPr/>
          <a:lstStyle>
            <a:lvl1pPr marL="0" indent="0" algn="ctr">
              <a:buNone/>
              <a:defRPr sz="384"/>
            </a:lvl1pPr>
            <a:lvl2pPr marL="73152" indent="0" algn="ctr">
              <a:buNone/>
              <a:defRPr sz="320"/>
            </a:lvl2pPr>
            <a:lvl3pPr marL="146304" indent="0" algn="ctr">
              <a:buNone/>
              <a:defRPr sz="288"/>
            </a:lvl3pPr>
            <a:lvl4pPr marL="219456" indent="0" algn="ctr">
              <a:buNone/>
              <a:defRPr sz="256"/>
            </a:lvl4pPr>
            <a:lvl5pPr marL="292608" indent="0" algn="ctr">
              <a:buNone/>
              <a:defRPr sz="256"/>
            </a:lvl5pPr>
            <a:lvl6pPr marL="365760" indent="0" algn="ctr">
              <a:buNone/>
              <a:defRPr sz="256"/>
            </a:lvl6pPr>
            <a:lvl7pPr marL="438912" indent="0" algn="ctr">
              <a:buNone/>
              <a:defRPr sz="256"/>
            </a:lvl7pPr>
            <a:lvl8pPr marL="512064" indent="0" algn="ctr">
              <a:buNone/>
              <a:defRPr sz="256"/>
            </a:lvl8pPr>
            <a:lvl9pPr marL="585216" indent="0" algn="ctr">
              <a:buNone/>
              <a:defRPr sz="25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7A59-A9BA-412C-A99E-196E07EE5F4B}" type="datetimeFigureOut">
              <a:rPr lang="en-US" smtClean="0"/>
              <a:t>25-Oct-26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DF94A-2FC5-4785-8176-558BE99C64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116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7A59-A9BA-412C-A99E-196E07EE5F4B}" type="datetimeFigureOut">
              <a:rPr lang="en-US" smtClean="0"/>
              <a:t>25-Oct-26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DF94A-2FC5-4785-8176-558BE99C64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663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4" y="273479"/>
            <a:ext cx="3943350" cy="456306"/>
          </a:xfrm>
        </p:spPr>
        <p:txBody>
          <a:bodyPr anchor="b"/>
          <a:lstStyle>
            <a:lvl1pPr>
              <a:defRPr sz="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4" y="734102"/>
            <a:ext cx="3943350" cy="239961"/>
          </a:xfrm>
        </p:spPr>
        <p:txBody>
          <a:bodyPr/>
          <a:lstStyle>
            <a:lvl1pPr marL="0" indent="0">
              <a:buNone/>
              <a:defRPr sz="384">
                <a:solidFill>
                  <a:schemeClr val="tx1">
                    <a:tint val="82000"/>
                  </a:schemeClr>
                </a:solidFill>
              </a:defRPr>
            </a:lvl1pPr>
            <a:lvl2pPr marL="73152" indent="0">
              <a:buNone/>
              <a:defRPr sz="320">
                <a:solidFill>
                  <a:schemeClr val="tx1">
                    <a:tint val="82000"/>
                  </a:schemeClr>
                </a:solidFill>
              </a:defRPr>
            </a:lvl2pPr>
            <a:lvl3pPr marL="146304" indent="0">
              <a:buNone/>
              <a:defRPr sz="288">
                <a:solidFill>
                  <a:schemeClr val="tx1">
                    <a:tint val="82000"/>
                  </a:schemeClr>
                </a:solidFill>
              </a:defRPr>
            </a:lvl3pPr>
            <a:lvl4pPr marL="219456" indent="0">
              <a:buNone/>
              <a:defRPr sz="256">
                <a:solidFill>
                  <a:schemeClr val="tx1">
                    <a:tint val="82000"/>
                  </a:schemeClr>
                </a:solidFill>
              </a:defRPr>
            </a:lvl4pPr>
            <a:lvl5pPr marL="292608" indent="0">
              <a:buNone/>
              <a:defRPr sz="256">
                <a:solidFill>
                  <a:schemeClr val="tx1">
                    <a:tint val="82000"/>
                  </a:schemeClr>
                </a:solidFill>
              </a:defRPr>
            </a:lvl5pPr>
            <a:lvl6pPr marL="365760" indent="0">
              <a:buNone/>
              <a:defRPr sz="256">
                <a:solidFill>
                  <a:schemeClr val="tx1">
                    <a:tint val="82000"/>
                  </a:schemeClr>
                </a:solidFill>
              </a:defRPr>
            </a:lvl6pPr>
            <a:lvl7pPr marL="438912" indent="0">
              <a:buNone/>
              <a:defRPr sz="256">
                <a:solidFill>
                  <a:schemeClr val="tx1">
                    <a:tint val="82000"/>
                  </a:schemeClr>
                </a:solidFill>
              </a:defRPr>
            </a:lvl7pPr>
            <a:lvl8pPr marL="512064" indent="0">
              <a:buNone/>
              <a:defRPr sz="256">
                <a:solidFill>
                  <a:schemeClr val="tx1">
                    <a:tint val="82000"/>
                  </a:schemeClr>
                </a:solidFill>
              </a:defRPr>
            </a:lvl8pPr>
            <a:lvl9pPr marL="585216" indent="0">
              <a:buNone/>
              <a:defRPr sz="25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7A59-A9BA-412C-A99E-196E07EE5F4B}" type="datetimeFigureOut">
              <a:rPr lang="en-US" smtClean="0"/>
              <a:t>25-Oct-26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DF94A-2FC5-4785-8176-558BE99C64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689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" y="292016"/>
            <a:ext cx="1943100" cy="6960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" y="292016"/>
            <a:ext cx="1943100" cy="6960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7A59-A9BA-412C-A99E-196E07EE5F4B}" type="datetimeFigureOut">
              <a:rPr lang="en-US" smtClean="0"/>
              <a:t>25-Oct-26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DF94A-2FC5-4785-8176-558BE99C64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004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58403"/>
            <a:ext cx="3943350" cy="2120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1" y="268908"/>
            <a:ext cx="1934170" cy="131788"/>
          </a:xfrm>
        </p:spPr>
        <p:txBody>
          <a:bodyPr anchor="b"/>
          <a:lstStyle>
            <a:lvl1pPr marL="0" indent="0">
              <a:buNone/>
              <a:defRPr sz="384" b="1"/>
            </a:lvl1pPr>
            <a:lvl2pPr marL="73152" indent="0">
              <a:buNone/>
              <a:defRPr sz="320" b="1"/>
            </a:lvl2pPr>
            <a:lvl3pPr marL="146304" indent="0">
              <a:buNone/>
              <a:defRPr sz="288" b="1"/>
            </a:lvl3pPr>
            <a:lvl4pPr marL="219456" indent="0">
              <a:buNone/>
              <a:defRPr sz="256" b="1"/>
            </a:lvl4pPr>
            <a:lvl5pPr marL="292608" indent="0">
              <a:buNone/>
              <a:defRPr sz="256" b="1"/>
            </a:lvl5pPr>
            <a:lvl6pPr marL="365760" indent="0">
              <a:buNone/>
              <a:defRPr sz="256" b="1"/>
            </a:lvl6pPr>
            <a:lvl7pPr marL="438912" indent="0">
              <a:buNone/>
              <a:defRPr sz="256" b="1"/>
            </a:lvl7pPr>
            <a:lvl8pPr marL="512064" indent="0">
              <a:buNone/>
              <a:defRPr sz="256" b="1"/>
            </a:lvl8pPr>
            <a:lvl9pPr marL="585216" indent="0">
              <a:buNone/>
              <a:defRPr sz="25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1" y="400696"/>
            <a:ext cx="1934170" cy="5893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5" y="268908"/>
            <a:ext cx="1943696" cy="131788"/>
          </a:xfrm>
        </p:spPr>
        <p:txBody>
          <a:bodyPr anchor="b"/>
          <a:lstStyle>
            <a:lvl1pPr marL="0" indent="0">
              <a:buNone/>
              <a:defRPr sz="384" b="1"/>
            </a:lvl1pPr>
            <a:lvl2pPr marL="73152" indent="0">
              <a:buNone/>
              <a:defRPr sz="320" b="1"/>
            </a:lvl2pPr>
            <a:lvl3pPr marL="146304" indent="0">
              <a:buNone/>
              <a:defRPr sz="288" b="1"/>
            </a:lvl3pPr>
            <a:lvl4pPr marL="219456" indent="0">
              <a:buNone/>
              <a:defRPr sz="256" b="1"/>
            </a:lvl4pPr>
            <a:lvl5pPr marL="292608" indent="0">
              <a:buNone/>
              <a:defRPr sz="256" b="1"/>
            </a:lvl5pPr>
            <a:lvl6pPr marL="365760" indent="0">
              <a:buNone/>
              <a:defRPr sz="256" b="1"/>
            </a:lvl6pPr>
            <a:lvl7pPr marL="438912" indent="0">
              <a:buNone/>
              <a:defRPr sz="256" b="1"/>
            </a:lvl7pPr>
            <a:lvl8pPr marL="512064" indent="0">
              <a:buNone/>
              <a:defRPr sz="256" b="1"/>
            </a:lvl8pPr>
            <a:lvl9pPr marL="585216" indent="0">
              <a:buNone/>
              <a:defRPr sz="25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5" y="400696"/>
            <a:ext cx="1943696" cy="5893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7A59-A9BA-412C-A99E-196E07EE5F4B}" type="datetimeFigureOut">
              <a:rPr lang="en-US" smtClean="0"/>
              <a:t>25-Oct-26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DF94A-2FC5-4785-8176-558BE99C64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697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7A59-A9BA-412C-A99E-196E07EE5F4B}" type="datetimeFigureOut">
              <a:rPr lang="en-US" smtClean="0"/>
              <a:t>25-Oct-26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DF94A-2FC5-4785-8176-558BE99C64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016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7A59-A9BA-412C-A99E-196E07EE5F4B}" type="datetimeFigureOut">
              <a:rPr lang="en-US" smtClean="0"/>
              <a:t>25-Oct-26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DF94A-2FC5-4785-8176-558BE99C64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385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73131"/>
            <a:ext cx="1474589" cy="255958"/>
          </a:xfrm>
        </p:spPr>
        <p:txBody>
          <a:bodyPr anchor="b"/>
          <a:lstStyle>
            <a:lvl1pPr>
              <a:defRPr sz="51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" y="157942"/>
            <a:ext cx="2314575" cy="779555"/>
          </a:xfrm>
        </p:spPr>
        <p:txBody>
          <a:bodyPr/>
          <a:lstStyle>
            <a:lvl1pPr>
              <a:defRPr sz="512"/>
            </a:lvl1pPr>
            <a:lvl2pPr>
              <a:defRPr sz="448"/>
            </a:lvl2pPr>
            <a:lvl3pPr>
              <a:defRPr sz="384"/>
            </a:lvl3pPr>
            <a:lvl4pPr>
              <a:defRPr sz="320"/>
            </a:lvl4pPr>
            <a:lvl5pPr>
              <a:defRPr sz="320"/>
            </a:lvl5pPr>
            <a:lvl6pPr>
              <a:defRPr sz="320"/>
            </a:lvl6pPr>
            <a:lvl7pPr>
              <a:defRPr sz="320"/>
            </a:lvl7pPr>
            <a:lvl8pPr>
              <a:defRPr sz="320"/>
            </a:lvl8pPr>
            <a:lvl9pPr>
              <a:defRPr sz="3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329089"/>
            <a:ext cx="1474589" cy="609678"/>
          </a:xfrm>
        </p:spPr>
        <p:txBody>
          <a:bodyPr/>
          <a:lstStyle>
            <a:lvl1pPr marL="0" indent="0">
              <a:buNone/>
              <a:defRPr sz="256"/>
            </a:lvl1pPr>
            <a:lvl2pPr marL="73152" indent="0">
              <a:buNone/>
              <a:defRPr sz="224"/>
            </a:lvl2pPr>
            <a:lvl3pPr marL="146304" indent="0">
              <a:buNone/>
              <a:defRPr sz="192"/>
            </a:lvl3pPr>
            <a:lvl4pPr marL="219456" indent="0">
              <a:buNone/>
              <a:defRPr sz="160"/>
            </a:lvl4pPr>
            <a:lvl5pPr marL="292608" indent="0">
              <a:buNone/>
              <a:defRPr sz="160"/>
            </a:lvl5pPr>
            <a:lvl6pPr marL="365760" indent="0">
              <a:buNone/>
              <a:defRPr sz="160"/>
            </a:lvl6pPr>
            <a:lvl7pPr marL="438912" indent="0">
              <a:buNone/>
              <a:defRPr sz="160"/>
            </a:lvl7pPr>
            <a:lvl8pPr marL="512064" indent="0">
              <a:buNone/>
              <a:defRPr sz="160"/>
            </a:lvl8pPr>
            <a:lvl9pPr marL="585216" indent="0">
              <a:buNone/>
              <a:defRPr sz="1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7A59-A9BA-412C-A99E-196E07EE5F4B}" type="datetimeFigureOut">
              <a:rPr lang="en-US" smtClean="0"/>
              <a:t>25-Oct-26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DF94A-2FC5-4785-8176-558BE99C64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644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73131"/>
            <a:ext cx="1474589" cy="255958"/>
          </a:xfrm>
        </p:spPr>
        <p:txBody>
          <a:bodyPr anchor="b"/>
          <a:lstStyle>
            <a:lvl1pPr>
              <a:defRPr sz="51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" y="157942"/>
            <a:ext cx="2314575" cy="779555"/>
          </a:xfrm>
        </p:spPr>
        <p:txBody>
          <a:bodyPr anchor="t"/>
          <a:lstStyle>
            <a:lvl1pPr marL="0" indent="0">
              <a:buNone/>
              <a:defRPr sz="512"/>
            </a:lvl1pPr>
            <a:lvl2pPr marL="73152" indent="0">
              <a:buNone/>
              <a:defRPr sz="448"/>
            </a:lvl2pPr>
            <a:lvl3pPr marL="146304" indent="0">
              <a:buNone/>
              <a:defRPr sz="384"/>
            </a:lvl3pPr>
            <a:lvl4pPr marL="219456" indent="0">
              <a:buNone/>
              <a:defRPr sz="320"/>
            </a:lvl4pPr>
            <a:lvl5pPr marL="292608" indent="0">
              <a:buNone/>
              <a:defRPr sz="320"/>
            </a:lvl5pPr>
            <a:lvl6pPr marL="365760" indent="0">
              <a:buNone/>
              <a:defRPr sz="320"/>
            </a:lvl6pPr>
            <a:lvl7pPr marL="438912" indent="0">
              <a:buNone/>
              <a:defRPr sz="320"/>
            </a:lvl7pPr>
            <a:lvl8pPr marL="512064" indent="0">
              <a:buNone/>
              <a:defRPr sz="320"/>
            </a:lvl8pPr>
            <a:lvl9pPr marL="585216" indent="0">
              <a:buNone/>
              <a:defRPr sz="32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329089"/>
            <a:ext cx="1474589" cy="609678"/>
          </a:xfrm>
        </p:spPr>
        <p:txBody>
          <a:bodyPr/>
          <a:lstStyle>
            <a:lvl1pPr marL="0" indent="0">
              <a:buNone/>
              <a:defRPr sz="256"/>
            </a:lvl1pPr>
            <a:lvl2pPr marL="73152" indent="0">
              <a:buNone/>
              <a:defRPr sz="224"/>
            </a:lvl2pPr>
            <a:lvl3pPr marL="146304" indent="0">
              <a:buNone/>
              <a:defRPr sz="192"/>
            </a:lvl3pPr>
            <a:lvl4pPr marL="219456" indent="0">
              <a:buNone/>
              <a:defRPr sz="160"/>
            </a:lvl4pPr>
            <a:lvl5pPr marL="292608" indent="0">
              <a:buNone/>
              <a:defRPr sz="160"/>
            </a:lvl5pPr>
            <a:lvl6pPr marL="365760" indent="0">
              <a:buNone/>
              <a:defRPr sz="160"/>
            </a:lvl6pPr>
            <a:lvl7pPr marL="438912" indent="0">
              <a:buNone/>
              <a:defRPr sz="160"/>
            </a:lvl7pPr>
            <a:lvl8pPr marL="512064" indent="0">
              <a:buNone/>
              <a:defRPr sz="160"/>
            </a:lvl8pPr>
            <a:lvl9pPr marL="585216" indent="0">
              <a:buNone/>
              <a:defRPr sz="1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7A59-A9BA-412C-A99E-196E07EE5F4B}" type="datetimeFigureOut">
              <a:rPr lang="en-US" smtClean="0"/>
              <a:t>25-Oct-26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DF94A-2FC5-4785-8176-558BE99C64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642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7A59-A9BA-412C-A99E-196E07EE5F4B}" type="datetimeFigureOut">
              <a:rPr lang="en-US" smtClean="0"/>
              <a:t>25-Oct-26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DF94A-2FC5-4785-8176-558BE99C64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147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37" y="58403"/>
            <a:ext cx="985838" cy="9296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58403"/>
            <a:ext cx="2900363" cy="9296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7A59-A9BA-412C-A99E-196E07EE5F4B}" type="datetimeFigureOut">
              <a:rPr lang="en-US" smtClean="0"/>
              <a:t>25-Oct-26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DF94A-2FC5-4785-8176-558BE99C64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090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" y="58403"/>
            <a:ext cx="3943350" cy="2120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" y="292016"/>
            <a:ext cx="3943350" cy="6960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" y="1016722"/>
            <a:ext cx="1028700" cy="58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F57A59-A9BA-412C-A99E-196E07EE5F4B}" type="datetimeFigureOut">
              <a:rPr lang="en-US" smtClean="0"/>
              <a:t>25-Oct-26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" y="1016722"/>
            <a:ext cx="1543050" cy="58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" y="1016722"/>
            <a:ext cx="1028700" cy="58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8DF94A-2FC5-4785-8176-558BE99C64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541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146304" rtl="0" eaLnBrk="1" latinLnBrk="0" hangingPunct="1">
        <a:lnSpc>
          <a:spcPct val="90000"/>
        </a:lnSpc>
        <a:spcBef>
          <a:spcPct val="0"/>
        </a:spcBef>
        <a:buNone/>
        <a:defRPr sz="70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576" indent="-36576" algn="l" defTabSz="146304" rtl="0" eaLnBrk="1" latinLnBrk="0" hangingPunct="1">
        <a:lnSpc>
          <a:spcPct val="90000"/>
        </a:lnSpc>
        <a:spcBef>
          <a:spcPts val="160"/>
        </a:spcBef>
        <a:buFont typeface="Arial" panose="020B0604020202020204" pitchFamily="34" charset="0"/>
        <a:buChar char="•"/>
        <a:defRPr sz="448" kern="1200">
          <a:solidFill>
            <a:schemeClr val="tx1"/>
          </a:solidFill>
          <a:latin typeface="+mn-lt"/>
          <a:ea typeface="+mn-ea"/>
          <a:cs typeface="+mn-cs"/>
        </a:defRPr>
      </a:lvl1pPr>
      <a:lvl2pPr marL="109728" indent="-36576" algn="l" defTabSz="146304" rtl="0" eaLnBrk="1" latinLnBrk="0" hangingPunct="1">
        <a:lnSpc>
          <a:spcPct val="90000"/>
        </a:lnSpc>
        <a:spcBef>
          <a:spcPts val="80"/>
        </a:spcBef>
        <a:buFont typeface="Arial" panose="020B0604020202020204" pitchFamily="34" charset="0"/>
        <a:buChar char="•"/>
        <a:defRPr sz="384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" indent="-36576" algn="l" defTabSz="146304" rtl="0" eaLnBrk="1" latinLnBrk="0" hangingPunct="1">
        <a:lnSpc>
          <a:spcPct val="90000"/>
        </a:lnSpc>
        <a:spcBef>
          <a:spcPts val="80"/>
        </a:spcBef>
        <a:buFont typeface="Arial" panose="020B0604020202020204" pitchFamily="34" charset="0"/>
        <a:buChar char="•"/>
        <a:defRPr sz="320" kern="1200">
          <a:solidFill>
            <a:schemeClr val="tx1"/>
          </a:solidFill>
          <a:latin typeface="+mn-lt"/>
          <a:ea typeface="+mn-ea"/>
          <a:cs typeface="+mn-cs"/>
        </a:defRPr>
      </a:lvl3pPr>
      <a:lvl4pPr marL="256032" indent="-36576" algn="l" defTabSz="146304" rtl="0" eaLnBrk="1" latinLnBrk="0" hangingPunct="1">
        <a:lnSpc>
          <a:spcPct val="90000"/>
        </a:lnSpc>
        <a:spcBef>
          <a:spcPts val="80"/>
        </a:spcBef>
        <a:buFont typeface="Arial" panose="020B0604020202020204" pitchFamily="34" charset="0"/>
        <a:buChar char="•"/>
        <a:defRPr sz="288" kern="1200">
          <a:solidFill>
            <a:schemeClr val="tx1"/>
          </a:solidFill>
          <a:latin typeface="+mn-lt"/>
          <a:ea typeface="+mn-ea"/>
          <a:cs typeface="+mn-cs"/>
        </a:defRPr>
      </a:lvl4pPr>
      <a:lvl5pPr marL="329184" indent="-36576" algn="l" defTabSz="146304" rtl="0" eaLnBrk="1" latinLnBrk="0" hangingPunct="1">
        <a:lnSpc>
          <a:spcPct val="90000"/>
        </a:lnSpc>
        <a:spcBef>
          <a:spcPts val="80"/>
        </a:spcBef>
        <a:buFont typeface="Arial" panose="020B0604020202020204" pitchFamily="34" charset="0"/>
        <a:buChar char="•"/>
        <a:defRPr sz="288" kern="1200">
          <a:solidFill>
            <a:schemeClr val="tx1"/>
          </a:solidFill>
          <a:latin typeface="+mn-lt"/>
          <a:ea typeface="+mn-ea"/>
          <a:cs typeface="+mn-cs"/>
        </a:defRPr>
      </a:lvl5pPr>
      <a:lvl6pPr marL="402336" indent="-36576" algn="l" defTabSz="146304" rtl="0" eaLnBrk="1" latinLnBrk="0" hangingPunct="1">
        <a:lnSpc>
          <a:spcPct val="90000"/>
        </a:lnSpc>
        <a:spcBef>
          <a:spcPts val="80"/>
        </a:spcBef>
        <a:buFont typeface="Arial" panose="020B0604020202020204" pitchFamily="34" charset="0"/>
        <a:buChar char="•"/>
        <a:defRPr sz="288" kern="1200">
          <a:solidFill>
            <a:schemeClr val="tx1"/>
          </a:solidFill>
          <a:latin typeface="+mn-lt"/>
          <a:ea typeface="+mn-ea"/>
          <a:cs typeface="+mn-cs"/>
        </a:defRPr>
      </a:lvl6pPr>
      <a:lvl7pPr marL="475488" indent="-36576" algn="l" defTabSz="146304" rtl="0" eaLnBrk="1" latinLnBrk="0" hangingPunct="1">
        <a:lnSpc>
          <a:spcPct val="90000"/>
        </a:lnSpc>
        <a:spcBef>
          <a:spcPts val="80"/>
        </a:spcBef>
        <a:buFont typeface="Arial" panose="020B0604020202020204" pitchFamily="34" charset="0"/>
        <a:buChar char="•"/>
        <a:defRPr sz="288" kern="1200">
          <a:solidFill>
            <a:schemeClr val="tx1"/>
          </a:solidFill>
          <a:latin typeface="+mn-lt"/>
          <a:ea typeface="+mn-ea"/>
          <a:cs typeface="+mn-cs"/>
        </a:defRPr>
      </a:lvl7pPr>
      <a:lvl8pPr marL="548640" indent="-36576" algn="l" defTabSz="146304" rtl="0" eaLnBrk="1" latinLnBrk="0" hangingPunct="1">
        <a:lnSpc>
          <a:spcPct val="90000"/>
        </a:lnSpc>
        <a:spcBef>
          <a:spcPts val="80"/>
        </a:spcBef>
        <a:buFont typeface="Arial" panose="020B0604020202020204" pitchFamily="34" charset="0"/>
        <a:buChar char="•"/>
        <a:defRPr sz="288" kern="1200">
          <a:solidFill>
            <a:schemeClr val="tx1"/>
          </a:solidFill>
          <a:latin typeface="+mn-lt"/>
          <a:ea typeface="+mn-ea"/>
          <a:cs typeface="+mn-cs"/>
        </a:defRPr>
      </a:lvl8pPr>
      <a:lvl9pPr marL="621792" indent="-36576" algn="l" defTabSz="146304" rtl="0" eaLnBrk="1" latinLnBrk="0" hangingPunct="1">
        <a:lnSpc>
          <a:spcPct val="90000"/>
        </a:lnSpc>
        <a:spcBef>
          <a:spcPts val="80"/>
        </a:spcBef>
        <a:buFont typeface="Arial" panose="020B0604020202020204" pitchFamily="34" charset="0"/>
        <a:buChar char="•"/>
        <a:defRPr sz="2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6304" rtl="0" eaLnBrk="1" latinLnBrk="0" hangingPunct="1">
        <a:defRPr sz="288" kern="1200">
          <a:solidFill>
            <a:schemeClr val="tx1"/>
          </a:solidFill>
          <a:latin typeface="+mn-lt"/>
          <a:ea typeface="+mn-ea"/>
          <a:cs typeface="+mn-cs"/>
        </a:defRPr>
      </a:lvl1pPr>
      <a:lvl2pPr marL="73152" algn="l" defTabSz="146304" rtl="0" eaLnBrk="1" latinLnBrk="0" hangingPunct="1">
        <a:defRPr sz="288" kern="1200">
          <a:solidFill>
            <a:schemeClr val="tx1"/>
          </a:solidFill>
          <a:latin typeface="+mn-lt"/>
          <a:ea typeface="+mn-ea"/>
          <a:cs typeface="+mn-cs"/>
        </a:defRPr>
      </a:lvl2pPr>
      <a:lvl3pPr marL="146304" algn="l" defTabSz="146304" rtl="0" eaLnBrk="1" latinLnBrk="0" hangingPunct="1">
        <a:defRPr sz="288" kern="1200">
          <a:solidFill>
            <a:schemeClr val="tx1"/>
          </a:solidFill>
          <a:latin typeface="+mn-lt"/>
          <a:ea typeface="+mn-ea"/>
          <a:cs typeface="+mn-cs"/>
        </a:defRPr>
      </a:lvl3pPr>
      <a:lvl4pPr marL="219456" algn="l" defTabSz="146304" rtl="0" eaLnBrk="1" latinLnBrk="0" hangingPunct="1">
        <a:defRPr sz="288" kern="1200">
          <a:solidFill>
            <a:schemeClr val="tx1"/>
          </a:solidFill>
          <a:latin typeface="+mn-lt"/>
          <a:ea typeface="+mn-ea"/>
          <a:cs typeface="+mn-cs"/>
        </a:defRPr>
      </a:lvl4pPr>
      <a:lvl5pPr marL="292608" algn="l" defTabSz="146304" rtl="0" eaLnBrk="1" latinLnBrk="0" hangingPunct="1">
        <a:defRPr sz="288" kern="1200">
          <a:solidFill>
            <a:schemeClr val="tx1"/>
          </a:solidFill>
          <a:latin typeface="+mn-lt"/>
          <a:ea typeface="+mn-ea"/>
          <a:cs typeface="+mn-cs"/>
        </a:defRPr>
      </a:lvl5pPr>
      <a:lvl6pPr marL="365760" algn="l" defTabSz="146304" rtl="0" eaLnBrk="1" latinLnBrk="0" hangingPunct="1">
        <a:defRPr sz="288" kern="1200">
          <a:solidFill>
            <a:schemeClr val="tx1"/>
          </a:solidFill>
          <a:latin typeface="+mn-lt"/>
          <a:ea typeface="+mn-ea"/>
          <a:cs typeface="+mn-cs"/>
        </a:defRPr>
      </a:lvl6pPr>
      <a:lvl7pPr marL="438912" algn="l" defTabSz="146304" rtl="0" eaLnBrk="1" latinLnBrk="0" hangingPunct="1">
        <a:defRPr sz="288" kern="1200">
          <a:solidFill>
            <a:schemeClr val="tx1"/>
          </a:solidFill>
          <a:latin typeface="+mn-lt"/>
          <a:ea typeface="+mn-ea"/>
          <a:cs typeface="+mn-cs"/>
        </a:defRPr>
      </a:lvl7pPr>
      <a:lvl8pPr marL="512064" algn="l" defTabSz="146304" rtl="0" eaLnBrk="1" latinLnBrk="0" hangingPunct="1">
        <a:defRPr sz="288" kern="1200">
          <a:solidFill>
            <a:schemeClr val="tx1"/>
          </a:solidFill>
          <a:latin typeface="+mn-lt"/>
          <a:ea typeface="+mn-ea"/>
          <a:cs typeface="+mn-cs"/>
        </a:defRPr>
      </a:lvl8pPr>
      <a:lvl9pPr marL="585216" algn="l" defTabSz="146304" rtl="0" eaLnBrk="1" latinLnBrk="0" hangingPunct="1">
        <a:defRPr sz="2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4BC5A01-099A-50ED-8795-368AA2B20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3" y="-519186"/>
            <a:ext cx="4359338" cy="16904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5CC366-904E-C5FE-1928-3F8B04952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63" y="-519186"/>
            <a:ext cx="4359338" cy="16904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A267BF-F26F-A2DD-3F91-69830C51B4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00" y="-519186"/>
            <a:ext cx="3874968" cy="1690455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9DF8D73-7EED-CBE8-3BA1-67A2D8DE8043}"/>
              </a:ext>
            </a:extLst>
          </p:cNvPr>
          <p:cNvCxnSpPr>
            <a:cxnSpLocks/>
          </p:cNvCxnSpPr>
          <p:nvPr/>
        </p:nvCxnSpPr>
        <p:spPr>
          <a:xfrm flipV="1">
            <a:off x="2632397" y="571500"/>
            <a:ext cx="0" cy="238577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E3FDFA-FEB3-B331-D204-D4B3424C6282}"/>
              </a:ext>
            </a:extLst>
          </p:cNvPr>
          <p:cNvSpPr txBox="1"/>
          <p:nvPr/>
        </p:nvSpPr>
        <p:spPr>
          <a:xfrm>
            <a:off x="2632398" y="440752"/>
            <a:ext cx="646367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25" dirty="0">
                <a:solidFill>
                  <a:srgbClr val="FFC000"/>
                </a:solidFill>
                <a:latin typeface="Bahnschrift" panose="020B0502040204020203" pitchFamily="34" charset="0"/>
              </a:rPr>
              <a:t>Normal offset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3B37882-5CEE-B49B-9DD1-C45A2BFAC4E1}"/>
              </a:ext>
            </a:extLst>
          </p:cNvPr>
          <p:cNvCxnSpPr>
            <a:cxnSpLocks/>
          </p:cNvCxnSpPr>
          <p:nvPr/>
        </p:nvCxnSpPr>
        <p:spPr>
          <a:xfrm flipV="1">
            <a:off x="462228" y="269876"/>
            <a:ext cx="43541" cy="242888"/>
          </a:xfrm>
          <a:prstGeom prst="straightConnector1">
            <a:avLst/>
          </a:prstGeom>
          <a:ln>
            <a:solidFill>
              <a:srgbClr val="FFC000"/>
            </a:solidFill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90A47BC-1F48-48A1-19E8-65F7D30A1FF2}"/>
              </a:ext>
            </a:extLst>
          </p:cNvPr>
          <p:cNvSpPr txBox="1"/>
          <p:nvPr/>
        </p:nvSpPr>
        <p:spPr>
          <a:xfrm>
            <a:off x="462227" y="320074"/>
            <a:ext cx="64636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solidFill>
                  <a:srgbClr val="FFC000"/>
                </a:solidFill>
                <a:latin typeface="Bahnschrift" panose="020B0502040204020203" pitchFamily="34" charset="0"/>
              </a:rPr>
              <a:t>Texel size</a:t>
            </a:r>
          </a:p>
        </p:txBody>
      </p:sp>
    </p:spTree>
    <p:extLst>
      <p:ext uri="{BB962C8B-B14F-4D97-AF65-F5344CB8AC3E}">
        <p14:creationId xmlns:p14="http://schemas.microsoft.com/office/powerpoint/2010/main" val="2390159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2.77778E-6 4.21129E-6 L 0.46979 0.28364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472" y="14182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8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-600000">
                                      <p:cBhvr>
                                        <p:cTn id="11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500"/>
                            </p:stCondLst>
                            <p:childTnLst>
                              <p:par>
                                <p:cTn id="24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1.49059E-6 L -0.00069 -0.22142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" y="-111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500"/>
                            </p:stCondLst>
                            <p:childTnLst>
                              <p:par>
                                <p:cTn id="27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0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26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65</TotalTime>
  <Words>4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Hà Chí Hào</dc:creator>
  <cp:lastModifiedBy>Hà Chí Hào</cp:lastModifiedBy>
  <cp:revision>34</cp:revision>
  <dcterms:created xsi:type="dcterms:W3CDTF">2026-10-25T10:03:25Z</dcterms:created>
  <dcterms:modified xsi:type="dcterms:W3CDTF">2026-10-25T13:36:32Z</dcterms:modified>
</cp:coreProperties>
</file>