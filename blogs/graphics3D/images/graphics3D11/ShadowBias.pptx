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4572000" cy="2743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82" autoAdjust="0"/>
    <p:restoredTop sz="94660"/>
  </p:normalViewPr>
  <p:slideViewPr>
    <p:cSldViewPr snapToGrid="0">
      <p:cViewPr>
        <p:scale>
          <a:sx n="200" d="100"/>
          <a:sy n="200" d="100"/>
        </p:scale>
        <p:origin x="152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" y="448945"/>
            <a:ext cx="3429000" cy="955040"/>
          </a:xfrm>
        </p:spPr>
        <p:txBody>
          <a:bodyPr anchor="b"/>
          <a:lstStyle>
            <a:lvl1pPr algn="ctr">
              <a:defRPr sz="22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1440815"/>
            <a:ext cx="3429000" cy="662305"/>
          </a:xfrm>
        </p:spPr>
        <p:txBody>
          <a:bodyPr/>
          <a:lstStyle>
            <a:lvl1pPr marL="0" indent="0" algn="ctr">
              <a:buNone/>
              <a:defRPr sz="900"/>
            </a:lvl1pPr>
            <a:lvl2pPr marL="171450" indent="0" algn="ctr">
              <a:buNone/>
              <a:defRPr sz="750"/>
            </a:lvl2pPr>
            <a:lvl3pPr marL="342900" indent="0" algn="ctr">
              <a:buNone/>
              <a:defRPr sz="675"/>
            </a:lvl3pPr>
            <a:lvl4pPr marL="514350" indent="0" algn="ctr">
              <a:buNone/>
              <a:defRPr sz="600"/>
            </a:lvl4pPr>
            <a:lvl5pPr marL="685800" indent="0" algn="ctr">
              <a:buNone/>
              <a:defRPr sz="600"/>
            </a:lvl5pPr>
            <a:lvl6pPr marL="857250" indent="0" algn="ctr">
              <a:buNone/>
              <a:defRPr sz="600"/>
            </a:lvl6pPr>
            <a:lvl7pPr marL="1028700" indent="0" algn="ctr">
              <a:buNone/>
              <a:defRPr sz="600"/>
            </a:lvl7pPr>
            <a:lvl8pPr marL="1200150" indent="0" algn="ctr">
              <a:buNone/>
              <a:defRPr sz="600"/>
            </a:lvl8pPr>
            <a:lvl9pPr marL="1371600" indent="0" algn="ctr">
              <a:buNone/>
              <a:defRPr sz="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7A59-A9BA-412C-A99E-196E07EE5F4B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DF94A-2FC5-4785-8176-558BE99C6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591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7A59-A9BA-412C-A99E-196E07EE5F4B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DF94A-2FC5-4785-8176-558BE99C6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894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683895"/>
            <a:ext cx="3943350" cy="1141095"/>
          </a:xfrm>
        </p:spPr>
        <p:txBody>
          <a:bodyPr anchor="b"/>
          <a:lstStyle>
            <a:lvl1pPr>
              <a:defRPr sz="22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1835785"/>
            <a:ext cx="3943350" cy="600075"/>
          </a:xfrm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  <a:lvl2pPr marL="171450" indent="0">
              <a:buNone/>
              <a:defRPr sz="750">
                <a:solidFill>
                  <a:schemeClr val="tx1">
                    <a:tint val="82000"/>
                  </a:schemeClr>
                </a:solidFill>
              </a:defRPr>
            </a:lvl2pPr>
            <a:lvl3pPr marL="342900" indent="0">
              <a:buNone/>
              <a:defRPr sz="675">
                <a:solidFill>
                  <a:schemeClr val="tx1">
                    <a:tint val="82000"/>
                  </a:schemeClr>
                </a:solidFill>
              </a:defRPr>
            </a:lvl3pPr>
            <a:lvl4pPr marL="514350" indent="0">
              <a:buNone/>
              <a:defRPr sz="600">
                <a:solidFill>
                  <a:schemeClr val="tx1">
                    <a:tint val="82000"/>
                  </a:schemeClr>
                </a:solidFill>
              </a:defRPr>
            </a:lvl4pPr>
            <a:lvl5pPr marL="685800" indent="0">
              <a:buNone/>
              <a:defRPr sz="600">
                <a:solidFill>
                  <a:schemeClr val="tx1">
                    <a:tint val="82000"/>
                  </a:schemeClr>
                </a:solidFill>
              </a:defRPr>
            </a:lvl5pPr>
            <a:lvl6pPr marL="857250" indent="0">
              <a:buNone/>
              <a:defRPr sz="600">
                <a:solidFill>
                  <a:schemeClr val="tx1">
                    <a:tint val="82000"/>
                  </a:schemeClr>
                </a:solidFill>
              </a:defRPr>
            </a:lvl6pPr>
            <a:lvl7pPr marL="1028700" indent="0">
              <a:buNone/>
              <a:defRPr sz="600">
                <a:solidFill>
                  <a:schemeClr val="tx1">
                    <a:tint val="82000"/>
                  </a:schemeClr>
                </a:solidFill>
              </a:defRPr>
            </a:lvl7pPr>
            <a:lvl8pPr marL="1200150" indent="0">
              <a:buNone/>
              <a:defRPr sz="600">
                <a:solidFill>
                  <a:schemeClr val="tx1">
                    <a:tint val="82000"/>
                  </a:schemeClr>
                </a:solidFill>
              </a:defRPr>
            </a:lvl8pPr>
            <a:lvl9pPr marL="1371600" indent="0">
              <a:buNone/>
              <a:defRPr sz="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7A59-A9BA-412C-A99E-196E07EE5F4B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DF94A-2FC5-4785-8176-558BE99C6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622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730250"/>
            <a:ext cx="194310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730250"/>
            <a:ext cx="194310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7A59-A9BA-412C-A99E-196E07EE5F4B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DF94A-2FC5-4785-8176-558BE99C6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411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146050"/>
            <a:ext cx="3943350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672465"/>
            <a:ext cx="1934170" cy="329565"/>
          </a:xfrm>
        </p:spPr>
        <p:txBody>
          <a:bodyPr anchor="b"/>
          <a:lstStyle>
            <a:lvl1pPr marL="0" indent="0">
              <a:buNone/>
              <a:defRPr sz="900" b="1"/>
            </a:lvl1pPr>
            <a:lvl2pPr marL="171450" indent="0">
              <a:buNone/>
              <a:defRPr sz="750" b="1"/>
            </a:lvl2pPr>
            <a:lvl3pPr marL="342900" indent="0">
              <a:buNone/>
              <a:defRPr sz="675" b="1"/>
            </a:lvl3pPr>
            <a:lvl4pPr marL="514350" indent="0">
              <a:buNone/>
              <a:defRPr sz="600" b="1"/>
            </a:lvl4pPr>
            <a:lvl5pPr marL="685800" indent="0">
              <a:buNone/>
              <a:defRPr sz="600" b="1"/>
            </a:lvl5pPr>
            <a:lvl6pPr marL="857250" indent="0">
              <a:buNone/>
              <a:defRPr sz="600" b="1"/>
            </a:lvl6pPr>
            <a:lvl7pPr marL="1028700" indent="0">
              <a:buNone/>
              <a:defRPr sz="600" b="1"/>
            </a:lvl7pPr>
            <a:lvl8pPr marL="1200150" indent="0">
              <a:buNone/>
              <a:defRPr sz="600" b="1"/>
            </a:lvl8pPr>
            <a:lvl9pPr marL="1371600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1002030"/>
            <a:ext cx="1934170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672465"/>
            <a:ext cx="1943696" cy="329565"/>
          </a:xfrm>
        </p:spPr>
        <p:txBody>
          <a:bodyPr anchor="b"/>
          <a:lstStyle>
            <a:lvl1pPr marL="0" indent="0">
              <a:buNone/>
              <a:defRPr sz="900" b="1"/>
            </a:lvl1pPr>
            <a:lvl2pPr marL="171450" indent="0">
              <a:buNone/>
              <a:defRPr sz="750" b="1"/>
            </a:lvl2pPr>
            <a:lvl3pPr marL="342900" indent="0">
              <a:buNone/>
              <a:defRPr sz="675" b="1"/>
            </a:lvl3pPr>
            <a:lvl4pPr marL="514350" indent="0">
              <a:buNone/>
              <a:defRPr sz="600" b="1"/>
            </a:lvl4pPr>
            <a:lvl5pPr marL="685800" indent="0">
              <a:buNone/>
              <a:defRPr sz="600" b="1"/>
            </a:lvl5pPr>
            <a:lvl6pPr marL="857250" indent="0">
              <a:buNone/>
              <a:defRPr sz="600" b="1"/>
            </a:lvl6pPr>
            <a:lvl7pPr marL="1028700" indent="0">
              <a:buNone/>
              <a:defRPr sz="600" b="1"/>
            </a:lvl7pPr>
            <a:lvl8pPr marL="1200150" indent="0">
              <a:buNone/>
              <a:defRPr sz="600" b="1"/>
            </a:lvl8pPr>
            <a:lvl9pPr marL="1371600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1002030"/>
            <a:ext cx="1943696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7A59-A9BA-412C-A99E-196E07EE5F4B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DF94A-2FC5-4785-8176-558BE99C6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868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7A59-A9BA-412C-A99E-196E07EE5F4B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DF94A-2FC5-4785-8176-558BE99C6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27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7A59-A9BA-412C-A99E-196E07EE5F4B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DF94A-2FC5-4785-8176-558BE99C6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136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182880"/>
            <a:ext cx="1474589" cy="640080"/>
          </a:xfrm>
        </p:spPr>
        <p:txBody>
          <a:bodyPr anchor="b"/>
          <a:lstStyle>
            <a:lvl1pPr>
              <a:defRPr sz="1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394970"/>
            <a:ext cx="2314575" cy="1949450"/>
          </a:xfrm>
        </p:spPr>
        <p:txBody>
          <a:bodyPr/>
          <a:lstStyle>
            <a:lvl1pPr>
              <a:defRPr sz="1200"/>
            </a:lvl1pPr>
            <a:lvl2pPr>
              <a:defRPr sz="1050"/>
            </a:lvl2pPr>
            <a:lvl3pPr>
              <a:defRPr sz="90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822960"/>
            <a:ext cx="1474589" cy="1524635"/>
          </a:xfrm>
        </p:spPr>
        <p:txBody>
          <a:bodyPr/>
          <a:lstStyle>
            <a:lvl1pPr marL="0" indent="0">
              <a:buNone/>
              <a:defRPr sz="600"/>
            </a:lvl1pPr>
            <a:lvl2pPr marL="171450" indent="0">
              <a:buNone/>
              <a:defRPr sz="525"/>
            </a:lvl2pPr>
            <a:lvl3pPr marL="342900" indent="0">
              <a:buNone/>
              <a:defRPr sz="450"/>
            </a:lvl3pPr>
            <a:lvl4pPr marL="514350" indent="0">
              <a:buNone/>
              <a:defRPr sz="375"/>
            </a:lvl4pPr>
            <a:lvl5pPr marL="685800" indent="0">
              <a:buNone/>
              <a:defRPr sz="375"/>
            </a:lvl5pPr>
            <a:lvl6pPr marL="857250" indent="0">
              <a:buNone/>
              <a:defRPr sz="375"/>
            </a:lvl6pPr>
            <a:lvl7pPr marL="1028700" indent="0">
              <a:buNone/>
              <a:defRPr sz="375"/>
            </a:lvl7pPr>
            <a:lvl8pPr marL="1200150" indent="0">
              <a:buNone/>
              <a:defRPr sz="375"/>
            </a:lvl8pPr>
            <a:lvl9pPr marL="1371600" indent="0">
              <a:buNone/>
              <a:defRPr sz="3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7A59-A9BA-412C-A99E-196E07EE5F4B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DF94A-2FC5-4785-8176-558BE99C6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5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182880"/>
            <a:ext cx="1474589" cy="640080"/>
          </a:xfrm>
        </p:spPr>
        <p:txBody>
          <a:bodyPr anchor="b"/>
          <a:lstStyle>
            <a:lvl1pPr>
              <a:defRPr sz="1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394970"/>
            <a:ext cx="2314575" cy="1949450"/>
          </a:xfrm>
        </p:spPr>
        <p:txBody>
          <a:bodyPr anchor="t"/>
          <a:lstStyle>
            <a:lvl1pPr marL="0" indent="0">
              <a:buNone/>
              <a:defRPr sz="1200"/>
            </a:lvl1pPr>
            <a:lvl2pPr marL="171450" indent="0">
              <a:buNone/>
              <a:defRPr sz="1050"/>
            </a:lvl2pPr>
            <a:lvl3pPr marL="342900" indent="0">
              <a:buNone/>
              <a:defRPr sz="900"/>
            </a:lvl3pPr>
            <a:lvl4pPr marL="514350" indent="0">
              <a:buNone/>
              <a:defRPr sz="750"/>
            </a:lvl4pPr>
            <a:lvl5pPr marL="685800" indent="0">
              <a:buNone/>
              <a:defRPr sz="750"/>
            </a:lvl5pPr>
            <a:lvl6pPr marL="857250" indent="0">
              <a:buNone/>
              <a:defRPr sz="750"/>
            </a:lvl6pPr>
            <a:lvl7pPr marL="1028700" indent="0">
              <a:buNone/>
              <a:defRPr sz="750"/>
            </a:lvl7pPr>
            <a:lvl8pPr marL="1200150" indent="0">
              <a:buNone/>
              <a:defRPr sz="750"/>
            </a:lvl8pPr>
            <a:lvl9pPr marL="1371600" indent="0">
              <a:buNone/>
              <a:defRPr sz="75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822960"/>
            <a:ext cx="1474589" cy="1524635"/>
          </a:xfrm>
        </p:spPr>
        <p:txBody>
          <a:bodyPr/>
          <a:lstStyle>
            <a:lvl1pPr marL="0" indent="0">
              <a:buNone/>
              <a:defRPr sz="600"/>
            </a:lvl1pPr>
            <a:lvl2pPr marL="171450" indent="0">
              <a:buNone/>
              <a:defRPr sz="525"/>
            </a:lvl2pPr>
            <a:lvl3pPr marL="342900" indent="0">
              <a:buNone/>
              <a:defRPr sz="450"/>
            </a:lvl3pPr>
            <a:lvl4pPr marL="514350" indent="0">
              <a:buNone/>
              <a:defRPr sz="375"/>
            </a:lvl4pPr>
            <a:lvl5pPr marL="685800" indent="0">
              <a:buNone/>
              <a:defRPr sz="375"/>
            </a:lvl5pPr>
            <a:lvl6pPr marL="857250" indent="0">
              <a:buNone/>
              <a:defRPr sz="375"/>
            </a:lvl6pPr>
            <a:lvl7pPr marL="1028700" indent="0">
              <a:buNone/>
              <a:defRPr sz="375"/>
            </a:lvl7pPr>
            <a:lvl8pPr marL="1200150" indent="0">
              <a:buNone/>
              <a:defRPr sz="375"/>
            </a:lvl8pPr>
            <a:lvl9pPr marL="1371600" indent="0">
              <a:buNone/>
              <a:defRPr sz="3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7A59-A9BA-412C-A99E-196E07EE5F4B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DF94A-2FC5-4785-8176-558BE99C6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265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7A59-A9BA-412C-A99E-196E07EE5F4B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DF94A-2FC5-4785-8176-558BE99C6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049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7" y="146050"/>
            <a:ext cx="985838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146050"/>
            <a:ext cx="2900363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7A59-A9BA-412C-A99E-196E07EE5F4B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DF94A-2FC5-4785-8176-558BE99C6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228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146050"/>
            <a:ext cx="3943350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730250"/>
            <a:ext cx="3943350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2542540"/>
            <a:ext cx="102870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F57A59-A9BA-412C-A99E-196E07EE5F4B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2542540"/>
            <a:ext cx="154305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2542540"/>
            <a:ext cx="102870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8DF94A-2FC5-4785-8176-558BE99C6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957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42900" rtl="0" eaLnBrk="1" latinLnBrk="0" hangingPunct="1">
        <a:lnSpc>
          <a:spcPct val="90000"/>
        </a:lnSpc>
        <a:spcBef>
          <a:spcPct val="0"/>
        </a:spcBef>
        <a:buNone/>
        <a:defRPr sz="16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5725" indent="-85725" algn="l" defTabSz="3429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286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750" kern="1200">
          <a:solidFill>
            <a:schemeClr val="tx1"/>
          </a:solidFill>
          <a:latin typeface="+mn-lt"/>
          <a:ea typeface="+mn-ea"/>
          <a:cs typeface="+mn-cs"/>
        </a:defRPr>
      </a:lvl3pPr>
      <a:lvl4pPr marL="6000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5pPr>
      <a:lvl6pPr marL="9429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6pPr>
      <a:lvl7pPr marL="11144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7pPr>
      <a:lvl8pPr marL="12858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8pPr>
      <a:lvl9pPr marL="14573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3pPr>
      <a:lvl4pPr marL="5143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5pPr>
      <a:lvl6pPr marL="8572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6pPr>
      <a:lvl7pPr marL="10287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7pPr>
      <a:lvl8pPr marL="12001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8pPr>
      <a:lvl9pPr marL="13716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CCCA823-331C-8BC1-D703-572C7B8FA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8" y="-204787"/>
            <a:ext cx="3794260" cy="37942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9C969D0-4E69-0134-68F6-DED5663A8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8" y="-204787"/>
            <a:ext cx="3794260" cy="379426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F225DF1-AF55-9B8F-1D98-480F50A6D4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8" y="-204787"/>
            <a:ext cx="3794260" cy="3794260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26B1C12-DCFC-D43B-4AA2-31AB6C94D0E2}"/>
              </a:ext>
            </a:extLst>
          </p:cNvPr>
          <p:cNvCxnSpPr>
            <a:cxnSpLocks/>
          </p:cNvCxnSpPr>
          <p:nvPr/>
        </p:nvCxnSpPr>
        <p:spPr>
          <a:xfrm>
            <a:off x="2585164" y="417305"/>
            <a:ext cx="322730" cy="314008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74180DE-FE70-3039-6CF8-EA4991A975B6}"/>
              </a:ext>
            </a:extLst>
          </p:cNvPr>
          <p:cNvSpPr txBox="1"/>
          <p:nvPr/>
        </p:nvSpPr>
        <p:spPr>
          <a:xfrm>
            <a:off x="2687541" y="319202"/>
            <a:ext cx="916335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25" dirty="0">
                <a:solidFill>
                  <a:srgbClr val="FFC000"/>
                </a:solidFill>
                <a:latin typeface="Bahnschrift" panose="020B0502040204020203" pitchFamily="34" charset="0"/>
              </a:rPr>
              <a:t>Shadow bias</a:t>
            </a:r>
          </a:p>
        </p:txBody>
      </p:sp>
    </p:spTree>
    <p:extLst>
      <p:ext uri="{BB962C8B-B14F-4D97-AF65-F5344CB8AC3E}">
        <p14:creationId xmlns:p14="http://schemas.microsoft.com/office/powerpoint/2010/main" val="2390159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85185E-6 L 0.03785 0.05498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" y="272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Words>2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Hà Chí Hào</dc:creator>
  <cp:lastModifiedBy>Hà Chí Hào</cp:lastModifiedBy>
  <cp:revision>8</cp:revision>
  <dcterms:created xsi:type="dcterms:W3CDTF">2026-10-25T10:03:25Z</dcterms:created>
  <dcterms:modified xsi:type="dcterms:W3CDTF">2026-10-25T10:18:18Z</dcterms:modified>
</cp:coreProperties>
</file>