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43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272011"/>
            <a:ext cx="6606540" cy="2705947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082310"/>
            <a:ext cx="5829300" cy="1876530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9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1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937705"/>
            <a:ext cx="6703695" cy="3233102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5201393"/>
            <a:ext cx="6703695" cy="1700212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5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13810"/>
            <a:ext cx="670369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905318"/>
            <a:ext cx="3288089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839085"/>
            <a:ext cx="3288089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905318"/>
            <a:ext cx="3304282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839085"/>
            <a:ext cx="3304282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50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5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37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119083"/>
            <a:ext cx="3934778" cy="5523442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0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119083"/>
            <a:ext cx="3934778" cy="5523442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41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0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413808"/>
            <a:ext cx="1675924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413808"/>
            <a:ext cx="4930616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9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413810"/>
            <a:ext cx="670369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069042"/>
            <a:ext cx="670369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2DA6B-569B-4011-8A86-B7D55A92C594}" type="datetimeFigureOut">
              <a:rPr lang="en-US" smtClean="0"/>
              <a:t>24-Oct-26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7203865"/>
            <a:ext cx="262318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9C8CC-0BF7-493D-B9ED-14E84B114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E0C92F-8290-C66E-983F-852283C6F4B6}"/>
              </a:ext>
            </a:extLst>
          </p:cNvPr>
          <p:cNvSpPr txBox="1"/>
          <p:nvPr/>
        </p:nvSpPr>
        <p:spPr>
          <a:xfrm>
            <a:off x="6501057" y="6997624"/>
            <a:ext cx="105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(1, -1)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6E0B7-83CA-5303-C332-8006D8840629}"/>
              </a:ext>
            </a:extLst>
          </p:cNvPr>
          <p:cNvSpPr txBox="1"/>
          <p:nvPr/>
        </p:nvSpPr>
        <p:spPr>
          <a:xfrm>
            <a:off x="214558" y="6961791"/>
            <a:ext cx="105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(-1, 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E6805-9343-8CEB-9332-365AEF07553A}"/>
              </a:ext>
            </a:extLst>
          </p:cNvPr>
          <p:cNvSpPr txBox="1"/>
          <p:nvPr/>
        </p:nvSpPr>
        <p:spPr>
          <a:xfrm>
            <a:off x="6501058" y="160939"/>
            <a:ext cx="105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(1, 1)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C71B9-91FE-54F1-B3EF-A4BF62009302}"/>
              </a:ext>
            </a:extLst>
          </p:cNvPr>
          <p:cNvSpPr txBox="1"/>
          <p:nvPr/>
        </p:nvSpPr>
        <p:spPr>
          <a:xfrm>
            <a:off x="214559" y="213628"/>
            <a:ext cx="105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(-1, 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9E0F37-BDCC-19F2-83BF-DCFAFFB8DCB8}"/>
              </a:ext>
            </a:extLst>
          </p:cNvPr>
          <p:cNvSpPr/>
          <p:nvPr/>
        </p:nvSpPr>
        <p:spPr>
          <a:xfrm>
            <a:off x="742951" y="675293"/>
            <a:ext cx="6286498" cy="628649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176328-FEFC-30FF-E435-CD3D62D9E1ED}"/>
              </a:ext>
            </a:extLst>
          </p:cNvPr>
          <p:cNvCxnSpPr>
            <a:cxnSpLocks/>
          </p:cNvCxnSpPr>
          <p:nvPr/>
        </p:nvCxnSpPr>
        <p:spPr>
          <a:xfrm>
            <a:off x="742949" y="682759"/>
            <a:ext cx="6286499" cy="6279032"/>
          </a:xfrm>
          <a:prstGeom prst="line">
            <a:avLst/>
          </a:prstGeom>
          <a:ln w="76200">
            <a:solidFill>
              <a:srgbClr val="92D05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9AD1A7-C168-B2B4-0C74-19BD540BAB09}"/>
              </a:ext>
            </a:extLst>
          </p:cNvPr>
          <p:cNvCxnSpPr>
            <a:cxnSpLocks/>
          </p:cNvCxnSpPr>
          <p:nvPr/>
        </p:nvCxnSpPr>
        <p:spPr>
          <a:xfrm>
            <a:off x="742948" y="6961791"/>
            <a:ext cx="6286500" cy="0"/>
          </a:xfrm>
          <a:prstGeom prst="line">
            <a:avLst/>
          </a:prstGeom>
          <a:ln w="76200">
            <a:solidFill>
              <a:srgbClr val="92D050"/>
            </a:solidFill>
            <a:head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FCDF5D-EBBA-0E5C-5ACD-E2401CC9E590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42949" y="675293"/>
            <a:ext cx="2" cy="6286498"/>
          </a:xfrm>
          <a:prstGeom prst="line">
            <a:avLst/>
          </a:prstGeom>
          <a:ln w="76200">
            <a:solidFill>
              <a:srgbClr val="92D050"/>
            </a:solidFill>
            <a:head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7158B15-B30F-A917-8D6D-86B0BA573ADB}"/>
              </a:ext>
            </a:extLst>
          </p:cNvPr>
          <p:cNvCxnSpPr>
            <a:cxnSpLocks/>
          </p:cNvCxnSpPr>
          <p:nvPr/>
        </p:nvCxnSpPr>
        <p:spPr>
          <a:xfrm>
            <a:off x="742948" y="682758"/>
            <a:ext cx="6286500" cy="6271567"/>
          </a:xfrm>
          <a:prstGeom prst="line">
            <a:avLst/>
          </a:prstGeom>
          <a:ln w="76200">
            <a:solidFill>
              <a:srgbClr val="FFC000"/>
            </a:solidFill>
            <a:head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0FBEE9-D032-ECAE-7C35-45139C60C167}"/>
              </a:ext>
            </a:extLst>
          </p:cNvPr>
          <p:cNvCxnSpPr>
            <a:cxnSpLocks/>
            <a:endCxn id="10" idx="2"/>
          </p:cNvCxnSpPr>
          <p:nvPr/>
        </p:nvCxnSpPr>
        <p:spPr>
          <a:xfrm flipH="1" flipV="1">
            <a:off x="742951" y="675293"/>
            <a:ext cx="6286497" cy="7465"/>
          </a:xfrm>
          <a:prstGeom prst="line">
            <a:avLst/>
          </a:prstGeom>
          <a:ln w="76200">
            <a:solidFill>
              <a:srgbClr val="FFC000"/>
            </a:solidFill>
            <a:head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EDC8D5-1703-78FF-BB13-24F0CD95DE5D}"/>
              </a:ext>
            </a:extLst>
          </p:cNvPr>
          <p:cNvCxnSpPr>
            <a:cxnSpLocks/>
          </p:cNvCxnSpPr>
          <p:nvPr/>
        </p:nvCxnSpPr>
        <p:spPr>
          <a:xfrm flipV="1">
            <a:off x="7029448" y="675293"/>
            <a:ext cx="0" cy="6279032"/>
          </a:xfrm>
          <a:prstGeom prst="line">
            <a:avLst/>
          </a:prstGeom>
          <a:ln w="76200">
            <a:solidFill>
              <a:srgbClr val="FFC000"/>
            </a:solidFill>
            <a:head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5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</TotalTime>
  <Words>22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Bahnschrift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 Chí Hào</dc:creator>
  <cp:lastModifiedBy>Hà Chí Hào</cp:lastModifiedBy>
  <cp:revision>10</cp:revision>
  <dcterms:created xsi:type="dcterms:W3CDTF">2026-10-24T09:48:42Z</dcterms:created>
  <dcterms:modified xsi:type="dcterms:W3CDTF">2026-10-24T13:46:42Z</dcterms:modified>
</cp:coreProperties>
</file>