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1CAC-3BAF-6843-6510-89F6065C2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8932-0313-90B5-0A39-03153BE8E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A1D9-907F-0FA9-2220-A64CFD87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E9D9-AA6B-C665-35C6-95D5D770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88959-098E-CA00-E6CD-A2FF8388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68A4-2061-931E-10E1-F7213583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757E-B96D-4F84-CF55-DA712973B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AFC3F-39CF-7372-1DDD-578EEA79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A1C87-AC7B-F707-1783-5B0BAE58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A3C1-03DC-CF5D-AA0C-37B0AF4E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2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BE21-8C13-0D0F-7799-DA1ED644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44C23-9ACF-3CFC-556F-F1EEB6D2E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CBF38-C949-2AFF-7596-7F1FC803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87C70-EF5C-A0D2-EECB-0FE4DD27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088E1-FE12-DBCB-B070-6B64A2D9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0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73A3-6274-F3F7-5F20-CB9D197F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C7F3B-8570-8D61-2E22-88C60A917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913E0-C1A4-F58D-3DE0-BA1D80A72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4FDAE-1EC2-A032-E214-6909BCB7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51971-AEB1-5C1A-7393-3D72EF73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7B0C0-ACED-81C4-45FD-5E90A344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4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C313-5806-C875-42EB-8AAFAACE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1B8E0-C5BB-198D-2F15-7CC995A93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47346-2A96-E13A-321C-55CD017DC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875FB-38BC-D642-6618-091E3A33E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0F8AA-28B1-413C-0E7D-7F4AEE490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1EA93-AF49-F1BB-BDB3-D812A084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A8EA5-9D78-C45B-3168-36BA8D1A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82EF0-89D8-8F0D-764B-7B74AB2C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1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7B73-9467-AA7B-42E3-0AC3FDF5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30D9D-BC2C-26F5-360D-38FAB467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9BE2A-81DB-CC6C-9C23-B6E89B4F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D916E-53B4-F7E8-7E7A-81DA804D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CB571-2292-3D23-268C-3ED9A921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DA721-98C8-B351-8A10-AA9FA0D2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60EE2-094B-F26A-CB99-29F603C8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3B61-CBC4-6393-22CB-C81F1A20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0805-334F-F6EE-BD73-F2B152F04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733E1-67A5-0849-DA6B-73BBE847D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D8A9D-66CF-4693-EC53-47015A73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CEAD2-ECD0-6CBA-DA6C-94ADAE67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11235-B5CB-E38B-837B-6D69D5B4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9DCB-9E16-B32A-7A08-9BB14908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B4C1F-0121-A3A3-07CE-C3828F0A3C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ABC0A-AB19-50F8-21E0-BD9FC22AF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721A6-C485-4CE1-C0AF-BDB0EF26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0B1E3-4282-E5A6-E68E-977B7CD8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53AC6-AD91-7231-B427-B3C64D10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56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160D-046F-9AA8-7A7D-0607B769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9E898-F26E-ECF8-8CD2-0F1ADA489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3055-4508-9558-8885-96A7D105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7669-5900-1C41-28FA-7B69B5EB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ACA74-3718-37E5-9DE9-D631E684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7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CDA3-68C5-1A87-5BEA-946D2EE4B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83192-19DF-8D70-A4A7-17B44FDA0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C48F-1E87-306B-05E3-025163FE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1345F-16DD-9190-6FE2-01C48219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CF80-C12F-A47E-D72D-8F5A81FE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1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E2DF1-FBE6-F71E-4A49-5F95518D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9E87B-2B23-1B00-BD41-AD2E690B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DD77-9D8A-308F-06E2-045C6D9AC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5C832-3B5B-4668-A866-70C2C0BC97E1}" type="datetimeFigureOut">
              <a:rPr lang="en-US" smtClean="0"/>
              <a:t>18-Oct-26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975E7-569C-C446-BBFD-801344CC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B0CF9-6F6E-BB62-C0F2-FB8782029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5F297-7995-4581-991C-0D8DE4F4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7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DBC2C9-2BD6-60CF-5AA6-516B28B82BCC}"/>
              </a:ext>
            </a:extLst>
          </p:cNvPr>
          <p:cNvGrpSpPr/>
          <p:nvPr/>
        </p:nvGrpSpPr>
        <p:grpSpPr>
          <a:xfrm>
            <a:off x="5020056" y="2084832"/>
            <a:ext cx="3273552" cy="2249424"/>
            <a:chOff x="4105656" y="2112264"/>
            <a:chExt cx="3273552" cy="2249424"/>
          </a:xfrm>
          <a:noFill/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6B7D96-842D-F0EA-CAB1-5617D895A11C}"/>
                </a:ext>
              </a:extLst>
            </p:cNvPr>
            <p:cNvSpPr/>
            <p:nvPr/>
          </p:nvSpPr>
          <p:spPr>
            <a:xfrm>
              <a:off x="4105656" y="2112264"/>
              <a:ext cx="3273552" cy="2249424"/>
            </a:xfrm>
            <a:prstGeom prst="rect">
              <a:avLst/>
            </a:prstGeom>
            <a:grpFill/>
            <a:scene3d>
              <a:camera prst="perspectiveHeroicExtremeRightFacing">
                <a:rot lat="487347" lon="19532356" rev="1974516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8F35422-6F4A-64A9-8E61-3B5809AB033A}"/>
                </a:ext>
              </a:extLst>
            </p:cNvPr>
            <p:cNvCxnSpPr/>
            <p:nvPr/>
          </p:nvCxnSpPr>
          <p:spPr>
            <a:xfrm flipV="1">
              <a:off x="5742432" y="2112264"/>
              <a:ext cx="1560946" cy="1108364"/>
            </a:xfrm>
            <a:prstGeom prst="line">
              <a:avLst/>
            </a:prstGeom>
            <a:grp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D84FE1-F367-27C2-3E3F-DD58F3D1DACA}"/>
              </a:ext>
            </a:extLst>
          </p:cNvPr>
          <p:cNvCxnSpPr>
            <a:cxnSpLocks/>
          </p:cNvCxnSpPr>
          <p:nvPr/>
        </p:nvCxnSpPr>
        <p:spPr>
          <a:xfrm flipV="1">
            <a:off x="6656832" y="1202543"/>
            <a:ext cx="667512" cy="2007001"/>
          </a:xfrm>
          <a:prstGeom prst="line">
            <a:avLst/>
          </a:prstGeom>
          <a:ln w="38100"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ACCF3D9-C675-7168-7EC3-93C924CFA0FE}"/>
              </a:ext>
            </a:extLst>
          </p:cNvPr>
          <p:cNvSpPr txBox="1"/>
          <p:nvPr/>
        </p:nvSpPr>
        <p:spPr>
          <a:xfrm>
            <a:off x="5020056" y="960120"/>
            <a:ext cx="2414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Pháp </a:t>
            </a:r>
            <a:r>
              <a:rPr lang="en-US" sz="2800" dirty="0" err="1">
                <a:solidFill>
                  <a:srgbClr val="92D050"/>
                </a:solidFill>
                <a:latin typeface="Bahnschrift Light Condensed" panose="020B0502040204020203" pitchFamily="34" charset="0"/>
              </a:rPr>
              <a:t>tuyến</a:t>
            </a:r>
            <a:r>
              <a:rPr lang="en-US" sz="2800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800" dirty="0" err="1">
                <a:solidFill>
                  <a:srgbClr val="92D050"/>
                </a:solidFill>
                <a:latin typeface="Bahnschrift Light Condensed" panose="020B0502040204020203" pitchFamily="34" charset="0"/>
              </a:rPr>
              <a:t>đúng</a:t>
            </a:r>
            <a:endParaRPr lang="en-US" sz="2800" dirty="0">
              <a:solidFill>
                <a:srgbClr val="92D050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6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3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Bahnschrift Light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Chí Hào</dc:creator>
  <cp:lastModifiedBy>Hà Chí Hào</cp:lastModifiedBy>
  <cp:revision>24</cp:revision>
  <dcterms:created xsi:type="dcterms:W3CDTF">2026-10-18T10:35:16Z</dcterms:created>
  <dcterms:modified xsi:type="dcterms:W3CDTF">2026-10-18T10:51:24Z</dcterms:modified>
</cp:coreProperties>
</file>